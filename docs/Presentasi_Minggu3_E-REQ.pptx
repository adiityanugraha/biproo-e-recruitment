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Minggu ini alur yang tadinya lewat terminal kini berjalan penuh lewat browser, dua peran, tampilan mengikuti BIPROO.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KPI, quick action, Selected Position + Lihat Kandidat, stepper, Schedule &amp; Task, kalender Online/Offline, panel Chatting. Elemen non-fungsional -&gt; Segera hadir.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25-30 test otomatis hijau; demo dua peran bisa diulang kapan saja.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754880"/>
            <a:ext cx="3291840" cy="329184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502920"/>
            <a:ext cx="457200" cy="457200"/>
          </a:xfrm>
          <a:prstGeom prst="ellipse">
            <a:avLst/>
          </a:prstGeom>
          <a:solidFill>
            <a:srgbClr val="E2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5486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BIPROO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E-REQ: Presentasi Minggu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832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7941D"/>
                </a:solidFill>
                <a:latin typeface="Calibri"/>
              </a:rPr>
              <a:t>Fase 2 - UI / Frontend: Aplikasi Web Pertama Kali Utuh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064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Jumat, 31 Juli 2026</a:t>
            </a:r>
            <a:r>
              <a:rPr sz="1400" b="0" i="0">
                <a:solidFill>
                  <a:srgbClr val="BBBBBB"/>
                </a:solidFill>
                <a:latin typeface="Calibri"/>
              </a:rPr>
              <a:t>     -     Tim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Aplikasi Web E-REQ Sudah Utuh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Alur seleksi kini dijalankan lewat browser, bukan lagi terminal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011679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97480"/>
            <a:ext cx="3099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Alur Lengkap via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520439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666"/>
                </a:solidFill>
                <a:latin typeface="Calibri"/>
              </a:rPr>
              <a:t>Registrasi, upload CV, portal status, assessment, review recruiter - semua lewat halaman web nyata.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5152" y="2011679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697480"/>
            <a:ext cx="3099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Dua Peran Terpisah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520439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666"/>
                </a:solidFill>
                <a:latin typeface="Calibri"/>
              </a:rPr>
              <a:t>Kandidat &amp; recruiter punya login, akses, dan dashboard sendiri (role-based access).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85632" y="2011679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697480"/>
            <a:ext cx="3099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Tampilan Mengikuti BIPROO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520439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666"/>
                </a:solidFill>
                <a:latin typeface="Calibri"/>
              </a:rPr>
              <a:t>Shell oranye, sidebar, stepper, KPI, kalender - CI4 fullstack, vanilla JS, tanpa build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Login - Split Screen ala BIPROO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Satu pintu masuk, kandidat &amp; recruiter</a:t>
            </a:r>
          </a:p>
        </p:txBody>
      </p:sp>
      <p:pic>
        <p:nvPicPr>
          <p:cNvPr id="5" name="Picture 4" descr="login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1508760"/>
            <a:ext cx="64008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Panel oranye "Welcome to Biproo" + form Sign In. Validasi login, sesi, dan proteksi CSRF aktif.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Dashboard Kandidat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Stepper proses seleksi dari data nyata kandidat</a:t>
            </a:r>
          </a:p>
        </p:txBody>
      </p:sp>
      <p:pic>
        <p:nvPicPr>
          <p:cNvPr id="5" name="Picture 4" descr="dashboard_kandida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5029200" cy="35361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Banner, kartu status, stepper 2 kolom (hijau=selesai, dari candidate_stage_history), feed. Kartu step bisa diklik.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Dashboard Recruiter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Mengikuti home BIPROO lengkap</a:t>
            </a:r>
          </a:p>
        </p:txBody>
      </p:sp>
      <p:pic>
        <p:nvPicPr>
          <p:cNvPr id="5" name="Picture 4" descr="rec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9601200" cy="5667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Yang Dibangun Minggu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Semua tersambung ke logika Fase 1 yang sudah teruji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77724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Fitur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Catatan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Registrasi + Upload CV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Validasi tipe file asli (magic bytes), maks 3 lamaran, nama file acak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Portal Status + Assessment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Timeline dari stage_history; assessment memicu Gate 1 + email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Dashboard Recruiter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KPI, quick action, stepper, kalender, chatting (data dummy + real)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Review Kandidat Ber-flag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Approve/reject zona abu-abu, tercatat atas nama recruiter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Modul FPK / Report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Summary, Program &amp; Activity, grafik, Data FPK - replika BIPROO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Tabel Kandidat per Tahap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Upload CV / Assessment / Interview / Input Data - data nyata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Calibri"/>
              </a:rPr>
              <a:t>Tech stack (dikonfirmasi atasan): 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CI4 fullstack, vanilla JS, tanpa build step (bukan React/Vue, tanpa npm).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Kriteria Selesai Fase 2 - Terpenuhi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Dengan bukti, bukan klaim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0"/>
                <a:gridCol w="100584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Kandidat mendaftar &amp; upload CV lewat browser sungguhan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Recruiter melihat kandidat &amp; memutuskan Gate 1 lewat dashboard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Alur registrasi -&gt; Gate 1 -&gt; email via browser IDENTIK dgn test CLI Fase 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Role-based access (kandidat vs recruiter terpisah)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B2B2B"/>
                </a:solidFill>
                <a:latin typeface="Calibri"/>
              </a:rPr>
              <a:t>Pengingat revisi jadwal: </a:t>
            </a:r>
            <a:r>
              <a:rPr sz="1400" b="0" i="0">
                <a:solidFill>
                  <a:srgbClr val="3A3A3A"/>
                </a:solidFill>
                <a:latin typeface="Calibri"/>
              </a:rPr>
              <a:t>proyek jadi 6 minggu (sisip minggu UI). Demo final bergeser ke 21 Agustus 2026. Bila belum tersampaikan minggu lalu, mohon dikonfirmasi hari ini.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46320"/>
            <a:ext cx="3474720" cy="347472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Minggu Depan - Fase 3: Interview Zoom + Chatbot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1828800"/>
            <a:ext cx="274320" cy="2743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Generate link Zoom dari dashboard + email undangan otomatis (butuh kredensial Zoom)</a:t>
            </a:r>
          </a:p>
        </p:txBody>
      </p:sp>
      <p:sp>
        <p:nvSpPr>
          <p:cNvPr id="8" name="Oval 7"/>
          <p:cNvSpPr/>
          <p:nvPr/>
        </p:nvSpPr>
        <p:spPr>
          <a:xfrm>
            <a:off x="603504" y="2542032"/>
            <a:ext cx="274320" cy="2743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96312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Chatbot kandidat: cek status lamaran via Gemini (bisa mulai tanpa Zoom)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55263"/>
            <a:ext cx="274320" cy="2743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09544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SOP protokol observasi interview + 3 opsi anti-cheat untuk keputusan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29768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7941D"/>
                </a:solidFill>
                <a:latin typeface="Calibri"/>
              </a:rPr>
              <a:t>Target presentasi 7 Agustus: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penjadwalan interview via Zoom + email + chatbot status kandidat berjalan.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BBBBB"/>
                </a:solidFill>
                <a:latin typeface="Calibri"/>
              </a:rPr>
              <a:t>Terima kasih - siap menerima arahan &amp;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