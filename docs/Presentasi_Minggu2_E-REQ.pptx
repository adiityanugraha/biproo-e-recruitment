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Inti minggu ini: mesin alur seleksi selesai &amp; teruji, email nyata terkirim, dan 2 usulan revisi jadwal diajukan hari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Human-in-the-loop ditegaskan: zona abu-abu tidak pernah diputus mesin; Gate 2 sepenuhnya keputusan recruiter.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ditanya kenapa skor dummy: menunggu sampel CV historis tim DS; arsitektur sudah siap menerima skor nyata tanpa perubahan.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 jual: temuan privasi ditemukan lewat review internal sebelum sistem dipakai siapa pun - proses kerja, bukan kebetulan.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Tegaskan: bukan keterlambatan pengerjaan - logika inti selesai lebih cepat dan teruji. Dua asumsi rencana awal yang tidak berlaku.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Kalau revisi jadwal tidak disetujui: alternatifnya memangkas cakupan UI atau konsolidasi, sampaikan trade-off-nya.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457200" cy="45720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502920"/>
            <a:ext cx="457200" cy="457200"/>
          </a:xfrm>
          <a:prstGeom prst="ellipse">
            <a:avLst/>
          </a:prstGeom>
          <a:solidFill>
            <a:srgbClr val="E2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5486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BIPROO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8600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E-REQ: Presentasi Minggu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3832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7941D"/>
                </a:solidFill>
                <a:latin typeface="Calibri"/>
              </a:rPr>
              <a:t>Fase 1 - Alur + Gate + Email (Logika Inti)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8064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Jumat, 24 Juli 2026</a:t>
            </a:r>
            <a:r>
              <a:rPr sz="1400" b="0" i="0">
                <a:solidFill>
                  <a:srgbClr val="BBBBBB"/>
                </a:solidFill>
                <a:latin typeface="Calibri"/>
              </a:rPr>
              <a:t>     -     Tim Development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Minggu 2 Selesai: Mesin Alur Seleksi Berfungsi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Logika inti teruji end-to-end di SQL Server nyata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Alur + Gate + Email Teruji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Riwayat tahapan, Gate 1 &amp; 2, antrian email - 25 test otomatis, semuanya hijau.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515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Email Nyata Terkirim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Bukan simulasi: konfirmasi, hasil gate, dan undangan interview masuk inbox sungguhan via SMTP.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737360"/>
            <a:ext cx="3611880" cy="3108960"/>
          </a:xfrm>
          <a:prstGeom prst="roundRect">
            <a:avLst>
              <a:gd name="adj" fmla="val 8000"/>
            </a:avLst>
          </a:prstGeom>
          <a:solidFill>
            <a:srgbClr val="FFF6E6"/>
          </a:solidFill>
          <a:ln w="12700">
            <a:solidFill>
              <a:srgbClr val="F3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85632" y="2011679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2697480"/>
            <a:ext cx="30998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B2B2B"/>
                </a:solidFill>
                <a:latin typeface="Calibri"/>
              </a:rPr>
              <a:t>2 Usulan Revisi Jadwal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520439"/>
            <a:ext cx="3099816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66666"/>
                </a:solidFill>
                <a:latin typeface="Calibri"/>
              </a:rPr>
              <a:t>Sisip minggu UI + geser demo final ke 21 Agustus - diajukan untuk persetujuan hari ini.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Yang Dibangun Minggu 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Semua berjalan di SQL Server nyata, bukan mock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8046720"/>
              </a:tblGrid>
              <a:tr h="56692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Komponen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Fungsi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Riwayat tahapan (append-only)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Sumber kebenaran posisi kandidat, bahan audit, dan sumber KPI - tidak bisa diubah/dihapus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Gate 1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Lolos/gagal otomatis di luar ambang; zona tengah wajib review manusia (soft-flag)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Gate 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Sistem hanya merekomendasikan hire/no-hire; keputusan akhir selalu recruiter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Mesin email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Antrian + retry 3x + 4 template inti; kegagalan kirim tidak menghambat alur seleksi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Konfigurasi per posisi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B2B2B"/>
                          </a:solidFill>
                          <a:latin typeface="Calibri"/>
                        </a:rPr>
                        <a:t>Bobot &amp; ambang gate bisa berbeda tiap lowongan (JSON di tabel jobs)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Demo Langsung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Satu kandidat berjalan dari registrasi sampai penjadwalan interview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85623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Jalankan alur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9456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php spark ereq:demo - kandidat melewati 7 peristiwa: registrasi, AI verification, assessment, Gate 1 (lolos, skor 0.76), penjadwalan.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27355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Lihat jejak di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61188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Tabel candidate_stage_history: tiap peristiwa tercatat dengan waktu &amp; pelaku - bahan KPI otomatis.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690872"/>
            <a:ext cx="9875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2B2B2B"/>
                </a:solidFill>
                <a:latin typeface="Calibri"/>
              </a:rPr>
              <a:t>Buka inbox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02920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3 email nyata masuk: konfirmasi registrasi, hasil gate, undangan interview.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Catatan jujur: skor CV masih dummy - pipeline screening nyata dijadwalkan minggu 5; kontrak API sudah final sehingga skor nyata tinggal menggantikan.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Kualitas: Temuan Internal &amp; Statusnya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Review kode dilakukan tiap selesai blok kerja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72400"/>
                <a:gridCol w="3291840"/>
              </a:tblGrid>
              <a:tr h="53035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Temuan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Kebocoran data antar-email dalam batch (data kandidat A bisa muncul di email kandidat B)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Diperbaiki + test regresi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Skor di batas ambang bisa tak konsisten dengan audit trail (pembulatan)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Diperbaiki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UI/frontend belum terjadwalkan eksplisit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Dijadwalkan minggu 3 (usulan)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Penyambungan nyata aplikasi utama ke AI service belum terjadwalkan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Dijadwalkan minggu 5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Autentikasi, penyimpanan CV, proteksi CSRF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Dijadwalkan minggu 3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Kredensial email (SMTP)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Selesai - akun testing sendiri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666666"/>
                </a:solidFill>
                <a:latin typeface="Calibri"/>
              </a:rPr>
              <a:t>Carry-over: audit alur BIPROO produksi (checklist siap, dieksekusi minggu 3 sebagai acuan UI).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Usulan Revisi Jadwal (Butuh Persetujuan)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666666"/>
                </a:solidFill>
                <a:latin typeface="Calibri"/>
              </a:rPr>
              <a:t>6 minggu - demo final bergeser 1 minggu ke 21 Agustus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6424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572000"/>
                <a:gridCol w="4480560"/>
              </a:tblGrid>
              <a:tr h="51206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Minggu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Fokus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Keterangan</a:t>
                      </a:r>
                    </a:p>
                  </a:txBody>
                  <a:tcPr marL="73152" marR="54864" marT="27432" marB="27432" anchor="ctr">
                    <a:solidFill>
                      <a:srgbClr val="F7941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1 (13-17 Jul)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Fondasi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SELESAI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2 (20-24 Jul)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Alur + Gate + Email (logika)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SELESAI hari ini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3 (27-31 Jul)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UI / Frontend (BARU)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form registrasi, portal kandidat, dashboard recruiter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4 (3-7 Agu)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Interview Zoom + Chatbot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sesuai rencana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5 (10-14 Agu)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Pipeline Screening CV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menunggu sampel CV historis DS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6 (17-21 Agu)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Konsolidasi + DEMO FINAL 21 Agustus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B2B2B"/>
                          </a:solidFill>
                          <a:latin typeface="Calibri"/>
                        </a:rPr>
                        <a:t>mundur 1 minggu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2B2B"/>
                </a:solidFill>
                <a:latin typeface="Calibri"/>
              </a:rPr>
              <a:t>Alasan: </a:t>
            </a:r>
            <a:r>
              <a:rPr sz="1200" b="0" i="0">
                <a:solidFill>
                  <a:srgbClr val="666666"/>
                </a:solidFill>
                <a:latin typeface="Calibri"/>
              </a:rPr>
              <a:t>(a) screening CV bergantung dataset tim DS yang serah terimanya bertahap; (b) rencana awal mengasumsikan UI BIPROO bisa dipakai langsung, padahal akses hanya sebagai user - E-REQ dibangun dari nol sehingga UI butuh slot sendiri.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B2B2B"/>
                </a:solidFill>
                <a:latin typeface="Calibri"/>
              </a:rPr>
              <a:t>Kriteria Selesai Minggu 2 -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0"/>
                <a:gridCol w="1005840"/>
              </a:tblGrid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Kandidat testing berjalan registrasi sampai keputusan Gate 1 (skor dummy)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Email terkirim di tiap perubahan status (nyata, bukan simulasi)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Gate 1 &amp; Gate 2 dengan soft-flag zona tengah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4 template email inti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2F4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Migrasi tabel inti di SQL Server (naik + rollback teruji)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B2B2B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666666"/>
                </a:solidFill>
                <a:latin typeface="Calibri"/>
              </a:rPr>
              <a:t>25 test otomatis - semuanya hijau. Demo bisa diulang kapan saja dengan satu perintah.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-1188720"/>
            <a:ext cx="3291840" cy="329184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188720" y="4846320"/>
            <a:ext cx="3474720" cy="3474720"/>
          </a:xfrm>
          <a:prstGeom prst="ellipse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Minggu Depan - Fase 2: UI / Frontend</a:t>
            </a:r>
          </a:p>
        </p:txBody>
      </p:sp>
      <p:sp>
        <p:nvSpPr>
          <p:cNvPr id="6" name="Oval 5"/>
          <p:cNvSpPr/>
          <p:nvPr/>
        </p:nvSpPr>
        <p:spPr>
          <a:xfrm>
            <a:off x="603504" y="1828800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830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Form registrasi kandidat + upload CV (validasi tipe file asli)</a:t>
            </a:r>
          </a:p>
        </p:txBody>
      </p:sp>
      <p:sp>
        <p:nvSpPr>
          <p:cNvPr id="8" name="Oval 7"/>
          <p:cNvSpPr/>
          <p:nvPr/>
        </p:nvSpPr>
        <p:spPr>
          <a:xfrm>
            <a:off x="603504" y="2514600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Portal kandidat (status real-time) + dashboard recruiter (review &amp; keputusan gate)</a:t>
            </a:r>
          </a:p>
        </p:txBody>
      </p:sp>
      <p:sp>
        <p:nvSpPr>
          <p:cNvPr id="10" name="Oval 9"/>
          <p:cNvSpPr/>
          <p:nvPr/>
        </p:nvSpPr>
        <p:spPr>
          <a:xfrm>
            <a:off x="603504" y="3200400"/>
            <a:ext cx="274320" cy="274320"/>
          </a:xfrm>
          <a:prstGeom prst="ellipse">
            <a:avLst/>
          </a:prstGeom>
          <a:solidFill>
            <a:srgbClr val="F794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FFFFFF"/>
                </a:solidFill>
                <a:latin typeface="Calibri"/>
              </a:rPr>
              <a:t>Login kandidat/recruiter + tampilan mengikuti desain BIPROO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1605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7941D"/>
                </a:solidFill>
                <a:latin typeface="Calibri"/>
              </a:rPr>
              <a:t>Target presentasi 31 Juli:  </a:t>
            </a:r>
            <a:r>
              <a:rPr sz="1600" b="0" i="0">
                <a:solidFill>
                  <a:srgbClr val="FFFFFF"/>
                </a:solidFill>
                <a:latin typeface="Calibri"/>
              </a:rPr>
              <a:t>alur yang hari ini didemokan via terminal berjalan penuh lewat browser.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BBBBBB"/>
                </a:solidFill>
                <a:latin typeface="Calibri"/>
              </a:rPr>
              <a:t>Terima kasih - siap menerima arahan &amp;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